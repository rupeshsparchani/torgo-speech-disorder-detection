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3: 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713232"/>
            <a:ext cx="9994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Calibri"/>
              </a:rPr>
              <a:t>Cleaning, scaling, and splitting the feature matrix for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669280" cy="3840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Tasks Performed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3.1  Detect and drop rows with NaN values (corrupt audio artifacts)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3.2  Replace +/-Inf values (from silent files) with NaN and drop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3.3  Apply StandardScaler: zero mean, unit variance per 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3.4  Assess class imbalance, plan mitigation: class_weight='balanced'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3.5  Stratified 80/20 Train/Test split preserving class ratio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5669280" cy="3840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Calibri"/>
              </a:rPr>
              <a:t>Outcomes /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Post-scaling: mean = 0.000000, std = 1.000000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Training set: 7,528 samples (80%)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Test set: 1,882 samples (20%)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Train split: Control=4,986 | Dysarthric=2,542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Test split:  Control=1,246 | Dysarthric=636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class_weight='balanced' used in both SVM and RF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3: StandardScaler &amp; Stratified Splitting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669280" cy="36576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Why StandardScaler?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Raw features span different ranges: MFCC-1 ~ -300 to -100 vs ZCR ~ 0.001 to 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SVM with RBF kernel is sensitive to feature scale - unscaled features bias the kernel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Formula: X_scaled = (X - mean) / std per feature independently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Scaler fitted ONLY on training set, applied to test set (no data leakage)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Same production scaler saved in model bundle for inference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5669280" cy="36576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Calibri"/>
              </a:rPr>
              <a:t>Why Stratified Split?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Random split risks test set missing certain speaker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stratify=y ensures both sets maintain 66%/34% Control/Dysarthric ratio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Prevents optimistic accuracy from class skew in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random_state=42 ensures reproducibility across runs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