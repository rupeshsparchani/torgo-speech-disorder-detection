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6: Visualization &amp;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Publication-quality plots saved to results/ folder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6.1  Class distribution bar charts: overall + by 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6.2  Confusion matrix heatmaps: SVM vs RF (seaborn, Blues/Greens)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6.3  ROC curves with AUC fill: side-by-side model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6.4  Top 20 feature importances: horizontal bar chart (Gini)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6.5  Model comparison bar chart: Accuracy, F1, AUC, CV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6.6  LOSO speaker evaluation plot (Market-Ready phase)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393192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Calibri"/>
              </a:rPr>
              <a:t>Generated Output Files (results/ folder)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01_class_distribution.png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02_confusion_matrices.png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03_roc_curves.png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04_feature_importances.png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05_model_comparison.png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06_loso_speaker_evaluation.png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&gt;&gt;  speaker_independent_loso_report.json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6: Visualization Gallery 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01 Class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Bar chart: Control vs Dysarthric counts overall and by category (F_Con, F_Dys, M_Con, M_Dys). Reveals the 2:1 class imbalance.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51790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02 Confusion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184708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Seaborn heatmaps for SVM and RF. SVM: TN=1240, FP=6, FN=7, TP=629. RF: TN=1231, FP=15, FN=9, TP=627.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1638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03 ROC Curves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ROC curves for both models with shaded AUC. SVM AUC=0.9998, RF AUC=0.9993. Both nearly touch the top-left corner.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16382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04 Feature Importances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49300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Top 20 Gini importances from RF. rms_std (12.1%) and rms_mean (5.7%) dominate. Reveals that vocal energy statistics are the key discriminators.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5488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05 Model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1389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Grouped bar chart comparing Accuracy, F1, ROC-AUC, CV Accuracy for SVM vs RF with numeric labels annotated on each bar.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54880"/>
            <a:ext cx="566928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809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06 LOSO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5138928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Per-speaker accuracy when each speaker is held out. Shows true generalization. Control speakers near 100%; severe dysarthric speakers ~82-94%.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