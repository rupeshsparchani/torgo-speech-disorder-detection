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1: Data Loading &amp; Exploration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713232"/>
            <a:ext cx="9994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Scanning TORGO corpus, cataloging WAV files, analyzing class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669280" cy="4023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Tasks Performed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1.1  Traverse TORGO directory tree (4 categories: F_Con, F_Dys, M_Con, M_Dys)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1.2  Filter to arrayMic recordings only (MIC_FILTER = 'arrayMic')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1.3  Assign binary labels: 0 = Control, 1 = Dysarthric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1.4  Extract metadata: speaker ID, session number, gender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1.5  Compute class distribution and log imbalance statistics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1.6  Build pandas DataFrame with all file paths and metadata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669280" cy="4023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Calibri"/>
              </a:rPr>
              <a:t>Outcomes /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9,410 WAV files cataloged successfully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Class split: Control = 6,232  |  Dysarthric = 3,178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15 unique speaker-session IDs identified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DataFrame columns: filepath, category, label, label_name, speaker_session, gender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arrayMic-only policy enforced (headMic excluded from training)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Class imbalance (~2:1) flagged -&gt; mitigated with class_weight='balanced'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1: Design Decisions &amp; Key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669280" cy="3840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Key Design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Only arrayMic used: consistent far-field acoustic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headMic recordings excluded: close-talk proximity effect causes 4x higher RMS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This energy mismatch causes headMic files to be misclassified as Dysarthric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CATEGORY_MAP maps 4 folders to binary: F_Con-&gt;0, M_Con-&gt;0, F_Dys-&gt;1, M_Dys-&gt;1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Metadata preserved alongside features for LOSO speaker-independent evaluation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13258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8191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Total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379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  <a:latin typeface="Calibri"/>
              </a:rPr>
              <a:t>9,410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508760"/>
            <a:ext cx="13258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58191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8379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  <a:latin typeface="Calibri"/>
              </a:rPr>
              <a:t>6,232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508760"/>
            <a:ext cx="13258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58191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Dysarthric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8379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  <a:latin typeface="Calibri"/>
              </a:rPr>
              <a:t>3,178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1508760"/>
            <a:ext cx="13258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158191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18379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  <a:latin typeface="Calibri"/>
              </a:rPr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560320"/>
            <a:ext cx="5669280" cy="28346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26700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Category Breakdown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96265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F_Con: 2,511  |  M_Con: 3,721  |  F_Dys: 1,428  |  M_Dys: 1,750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20954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Output: pandas DataFrame ready for Phase 2 feature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45643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File: extracted_features.csv written by Phase 2 using this catalog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