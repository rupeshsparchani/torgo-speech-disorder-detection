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Phase 2: Audio Feature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713232"/>
            <a:ext cx="9994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Calibri"/>
              </a:rPr>
              <a:t>Transforming raw waveforms into 126-dimensional acoustic biomarker vectors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669280" cy="44805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Tasks Performed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2.1  Load each WAV file using librosa (16 kHz, mono)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2.2  Extract 13 MFCCs + Delta + Delta-Delta (78 features total)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2.3  Extract 12 Chroma features: pitch class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2.4  Extract 7-band Spectral Contrast (14 features)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2.5  Extract Zero Crossing Rate ZCR (2 features: mean + std)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14553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2.6  Extract RMS Energy (2 features: mean + std)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39242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2.7  Extract Spectral Centroid, Bandwidth, Rolloff (6 features)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63931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2.8  Aggregate per file: mean + std of each feature over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88620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2.9  Save feature matrix to results/extracted_features.csv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08760"/>
            <a:ext cx="5669280" cy="44805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Calibri"/>
              </a:rPr>
              <a:t>Outcomes /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126 features extracted per audio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Feature matrix shape: 9,410 x 126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CSV saved: results/extracted_features.csv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Processing time: ~8-12 minutes for full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Top feature: rms_std  (12.1% RF importance, Rank #1)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14553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2nd feature: rms_mean (5.7% RF importance, Rank #2)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39242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Temporal statistics preserved via mean+std aggregation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Phase 2: Feature Set - 126 Acoustic Biomarkers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66928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636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MFCCs (x3 sets)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56362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Count: 78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928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13 coeff x {mean,std} x {base, delta, delta-delta}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66928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636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Calibri"/>
              </a:rPr>
              <a:t>Chroma STFT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6362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Count: 24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928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12 pitch classes x {mean, std}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97480"/>
            <a:ext cx="566928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75234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Calibri"/>
              </a:rPr>
              <a:t>Spectral Contrast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75234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Count: 14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0815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7 frequency bands x {mean, std}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697480"/>
            <a:ext cx="566928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75234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Calibri"/>
              </a:rPr>
              <a:t>RMS Energy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75234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Count: 2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0815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Vocal intensity {mean, std}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86200"/>
            <a:ext cx="566928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A0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94106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7CFF"/>
                </a:solidFill>
                <a:latin typeface="Calibri"/>
              </a:rPr>
              <a:t>Zero Crossing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9410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Count: 2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702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Speech/silence transitions {mean, std}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886200"/>
            <a:ext cx="566928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94106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Spectral Centroid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9410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Count: 2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2702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Sound brightness {mean, std}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074920"/>
            <a:ext cx="566928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12978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Calibri"/>
              </a:rPr>
              <a:t>Spectral Bandwidth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1297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Count: 2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4589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Spread around centroid {mean, std}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074920"/>
            <a:ext cx="566928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512978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Calibri"/>
              </a:rPr>
              <a:t>Spectral Rolloff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51297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Count: 2 features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4589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85th percentile energy {mean, std}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Phase 2: Why These Features for Dysarthria?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645920" cy="77724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91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MFCCs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581912"/>
            <a:ext cx="9857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Capture vocal tract shape. Dysarthric speakers show irregular formant structure due to impaired articulators. Delta MFCCs capture temporal dynamics.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68880"/>
            <a:ext cx="164592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651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  <a:latin typeface="Calibri"/>
              </a:rPr>
              <a:t>RMS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542032"/>
            <a:ext cx="9857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Top predictor (12.1% importance). Dysarthric speakers show abnormal vocal intensity variation and effortful phonation compared to controls.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29000"/>
            <a:ext cx="1645920" cy="77724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611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Spectral Contrast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502152"/>
            <a:ext cx="9857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Measures harmonic vs noise floor ratio. Dysarthric speech has reduced harmonic clarity (breathiness, roughness, weak frication).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89120"/>
            <a:ext cx="164592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572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  <a:latin typeface="Calibri"/>
              </a:rPr>
              <a:t>Zero Crossing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462272"/>
            <a:ext cx="9857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Reflects unvoiced consonant transitions. Dysarthric speech has impaired stop/fricative consonant contrasts.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349240"/>
            <a:ext cx="1645920" cy="77724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5532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Chroma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422392"/>
            <a:ext cx="9857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Captures pitch periodicity. Dysarthric speech often shows atypical fundamental frequency trajectories and reduced pitch range.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